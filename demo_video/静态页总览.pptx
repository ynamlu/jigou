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01-封面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02-首页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03-输出物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04-功能-问卷与对话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05-功能-五段式报告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06-功能-六维评分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07-功能-交付物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08-功能-验收版本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09-功能-总览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10-技术栈-前端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11-技术栈-后端与AI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12-技术栈-数据与输出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13-RAG双通道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14-总体架构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15-六维评分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16-交付物与AB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17-验收版本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18-模板库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19-我的图纸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20-多端导出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21-结尾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输出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功能-问卷与对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功能-五段式报告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功能-六维评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功能-交付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功能-验收版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功能-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技术栈-前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技术栈-后端与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技术栈-数据与输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RAG双通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总体架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六维评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交付物与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验收版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模板库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我的图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多端导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结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